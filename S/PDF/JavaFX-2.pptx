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Fira Mono" panose="020B0509050000020004" pitchFamily="49" charset="0"/>
      <p:regular r:id="rId9"/>
      <p:bold r:id="rId10"/>
    </p:embeddedFont>
    <p:embeddedFont>
      <p:font typeface="Lato" panose="020F0502020204030203" pitchFamily="34" charset="0"/>
      <p:regular r:id="rId11"/>
      <p:bold r:id="rId12"/>
      <p:italic r:id="rId13"/>
      <p:boldItalic r:id="rId14"/>
    </p:embeddedFont>
    <p:embeddedFont>
      <p:font typeface="Montserrat" panose="00000500000000000000" pitchFamily="2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881">
          <p15:clr>
            <a:srgbClr val="747775"/>
          </p15:clr>
        </p15:guide>
        <p15:guide id="2" orient="horz" pos="824">
          <p15:clr>
            <a:srgbClr val="747775"/>
          </p15:clr>
        </p15:guide>
        <p15:guide id="3" orient="horz" pos="63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65" y="48"/>
      </p:cViewPr>
      <p:guideLst>
        <p:guide pos="881"/>
        <p:guide orient="horz" pos="824"/>
        <p:guide orient="horz" pos="6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microsoft.com/office/2016/11/relationships/changesInfo" Target="changesInfos/changesInfo1.xml"/><Relationship Id="rId10" Type="http://schemas.openxmlformats.org/officeDocument/2006/relationships/font" Target="fonts/font2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立筠 鄭" userId="ac22ae126be30152" providerId="LiveId" clId="{6B08C695-574E-453E-8347-1148A9BB2E49}"/>
    <pc:docChg chg="custSel delSld modSld">
      <pc:chgData name="立筠 鄭" userId="ac22ae126be30152" providerId="LiveId" clId="{6B08C695-574E-453E-8347-1148A9BB2E49}" dt="2026-04-24T02:17:15.938" v="5" actId="47"/>
      <pc:docMkLst>
        <pc:docMk/>
      </pc:docMkLst>
      <pc:sldChg chg="modSp mod">
        <pc:chgData name="立筠 鄭" userId="ac22ae126be30152" providerId="LiveId" clId="{6B08C695-574E-453E-8347-1148A9BB2E49}" dt="2026-04-24T02:16:47.995" v="0" actId="20577"/>
        <pc:sldMkLst>
          <pc:docMk/>
          <pc:sldMk cId="0" sldId="256"/>
        </pc:sldMkLst>
        <pc:spChg chg="mod">
          <ac:chgData name="立筠 鄭" userId="ac22ae126be30152" providerId="LiveId" clId="{6B08C695-574E-453E-8347-1148A9BB2E49}" dt="2026-04-24T02:16:47.995" v="0" actId="20577"/>
          <ac:spMkLst>
            <pc:docMk/>
            <pc:sldMk cId="0" sldId="256"/>
            <ac:spMk id="134" creationId="{00000000-0000-0000-0000-000000000000}"/>
          </ac:spMkLst>
        </pc:spChg>
      </pc:sldChg>
      <pc:sldChg chg="addSp delSp modSp mod">
        <pc:chgData name="立筠 鄭" userId="ac22ae126be30152" providerId="LiveId" clId="{6B08C695-574E-453E-8347-1148A9BB2E49}" dt="2026-04-24T02:16:51.904" v="2" actId="478"/>
        <pc:sldMkLst>
          <pc:docMk/>
          <pc:sldMk cId="0" sldId="257"/>
        </pc:sldMkLst>
        <pc:spChg chg="add del mod">
          <ac:chgData name="立筠 鄭" userId="ac22ae126be30152" providerId="LiveId" clId="{6B08C695-574E-453E-8347-1148A9BB2E49}" dt="2026-04-24T02:16:51.904" v="2" actId="478"/>
          <ac:spMkLst>
            <pc:docMk/>
            <pc:sldMk cId="0" sldId="257"/>
            <ac:spMk id="3" creationId="{CA99AEC0-3E23-059A-B4AC-052272E8BD48}"/>
          </ac:spMkLst>
        </pc:spChg>
        <pc:spChg chg="del">
          <ac:chgData name="立筠 鄭" userId="ac22ae126be30152" providerId="LiveId" clId="{6B08C695-574E-453E-8347-1148A9BB2E49}" dt="2026-04-24T02:16:51.076" v="1" actId="478"/>
          <ac:spMkLst>
            <pc:docMk/>
            <pc:sldMk cId="0" sldId="257"/>
            <ac:spMk id="139" creationId="{00000000-0000-0000-0000-000000000000}"/>
          </ac:spMkLst>
        </pc:spChg>
      </pc:sldChg>
      <pc:sldChg chg="addSp delSp modSp mod">
        <pc:chgData name="立筠 鄭" userId="ac22ae126be30152" providerId="LiveId" clId="{6B08C695-574E-453E-8347-1148A9BB2E49}" dt="2026-04-24T02:16:56.195" v="4" actId="478"/>
        <pc:sldMkLst>
          <pc:docMk/>
          <pc:sldMk cId="0" sldId="258"/>
        </pc:sldMkLst>
        <pc:spChg chg="add del mod">
          <ac:chgData name="立筠 鄭" userId="ac22ae126be30152" providerId="LiveId" clId="{6B08C695-574E-453E-8347-1148A9BB2E49}" dt="2026-04-24T02:16:56.195" v="4" actId="478"/>
          <ac:spMkLst>
            <pc:docMk/>
            <pc:sldMk cId="0" sldId="258"/>
            <ac:spMk id="3" creationId="{D3363B5B-BDB9-1AED-1834-01DF48FE5E20}"/>
          </ac:spMkLst>
        </pc:spChg>
        <pc:spChg chg="del">
          <ac:chgData name="立筠 鄭" userId="ac22ae126be30152" providerId="LiveId" clId="{6B08C695-574E-453E-8347-1148A9BB2E49}" dt="2026-04-24T02:16:53.886" v="3" actId="478"/>
          <ac:spMkLst>
            <pc:docMk/>
            <pc:sldMk cId="0" sldId="258"/>
            <ac:spMk id="150" creationId="{00000000-0000-0000-0000-000000000000}"/>
          </ac:spMkLst>
        </pc:spChg>
      </pc:sldChg>
      <pc:sldChg chg="del">
        <pc:chgData name="立筠 鄭" userId="ac22ae126be30152" providerId="LiveId" clId="{6B08C695-574E-453E-8347-1148A9BB2E49}" dt="2026-04-24T02:17:15.938" v="5" actId="47"/>
        <pc:sldMkLst>
          <pc:docMk/>
          <pc:sldMk cId="0" sldId="262"/>
        </pc:sldMkLst>
      </pc:sldChg>
      <pc:sldChg chg="del">
        <pc:chgData name="立筠 鄭" userId="ac22ae126be30152" providerId="LiveId" clId="{6B08C695-574E-453E-8347-1148A9BB2E49}" dt="2026-04-24T02:17:15.938" v="5" actId="47"/>
        <pc:sldMkLst>
          <pc:docMk/>
          <pc:sldMk cId="0" sldId="263"/>
        </pc:sldMkLst>
      </pc:sldChg>
      <pc:sldChg chg="del">
        <pc:chgData name="立筠 鄭" userId="ac22ae126be30152" providerId="LiveId" clId="{6B08C695-574E-453E-8347-1148A9BB2E49}" dt="2026-04-24T02:17:15.938" v="5" actId="47"/>
        <pc:sldMkLst>
          <pc:docMk/>
          <pc:sldMk cId="0" sldId="264"/>
        </pc:sldMkLst>
      </pc:sldChg>
      <pc:sldChg chg="del">
        <pc:chgData name="立筠 鄭" userId="ac22ae126be30152" providerId="LiveId" clId="{6B08C695-574E-453E-8347-1148A9BB2E49}" dt="2026-04-24T02:17:15.938" v="5" actId="47"/>
        <pc:sldMkLst>
          <pc:docMk/>
          <pc:sldMk cId="0" sldId="265"/>
        </pc:sldMkLst>
      </pc:sldChg>
      <pc:sldChg chg="del">
        <pc:chgData name="立筠 鄭" userId="ac22ae126be30152" providerId="LiveId" clId="{6B08C695-574E-453E-8347-1148A9BB2E49}" dt="2026-04-24T02:17:15.938" v="5" actId="47"/>
        <pc:sldMkLst>
          <pc:docMk/>
          <pc:sldMk cId="0" sldId="266"/>
        </pc:sldMkLst>
      </pc:sldChg>
      <pc:sldChg chg="del">
        <pc:chgData name="立筠 鄭" userId="ac22ae126be30152" providerId="LiveId" clId="{6B08C695-574E-453E-8347-1148A9BB2E49}" dt="2026-04-24T02:17:15.938" v="5" actId="47"/>
        <pc:sldMkLst>
          <pc:docMk/>
          <pc:sldMk cId="0" sldId="2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2035ad7cb_0_2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2035ad7cb_0_2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533b4144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533b4144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33b41444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33b41444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33b41444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33b41444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345cc886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345cc886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Mono"/>
              <a:buNone/>
              <a:defRPr sz="28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ra Mono"/>
              <a:buChar char="●"/>
              <a:defRPr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○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■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●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○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■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●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○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ra Mono"/>
              <a:buChar char="■"/>
              <a:defRPr sz="11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dirty="0"/>
              <a:t>Login_page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250" y="1764250"/>
            <a:ext cx="2621625" cy="2165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1750" y="1764250"/>
            <a:ext cx="2621625" cy="21651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73175" y="1764250"/>
            <a:ext cx="2621625" cy="2165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4"/>
          <p:cNvSpPr txBox="1"/>
          <p:nvPr/>
        </p:nvSpPr>
        <p:spPr>
          <a:xfrm>
            <a:off x="317250" y="4028300"/>
            <a:ext cx="2621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1.登入畫面(登入中)</a:t>
            </a:r>
            <a:endParaRPr sz="13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144" name="Google Shape;144;p14"/>
          <p:cNvSpPr txBox="1"/>
          <p:nvPr/>
        </p:nvSpPr>
        <p:spPr>
          <a:xfrm>
            <a:off x="3447213" y="3999375"/>
            <a:ext cx="245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2.登入成功(驗證碼輸入正確)</a:t>
            </a:r>
            <a:endParaRPr sz="13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145" name="Google Shape;145;p14"/>
          <p:cNvSpPr txBox="1"/>
          <p:nvPr/>
        </p:nvSpPr>
        <p:spPr>
          <a:xfrm>
            <a:off x="6358625" y="4028300"/>
            <a:ext cx="2450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3.回上一頁(返回登入畫面)</a:t>
            </a:r>
            <a:endParaRPr sz="13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/>
        </p:nvSpPr>
        <p:spPr>
          <a:xfrm>
            <a:off x="1350350" y="4028300"/>
            <a:ext cx="26217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1.登入畫面(登入中)</a:t>
            </a:r>
            <a:endParaRPr sz="13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152" name="Google Shape;152;p15"/>
          <p:cNvSpPr txBox="1"/>
          <p:nvPr/>
        </p:nvSpPr>
        <p:spPr>
          <a:xfrm>
            <a:off x="5188524" y="4028300"/>
            <a:ext cx="22149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2.登入失敗</a:t>
            </a:r>
            <a:endParaRPr sz="13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*失敗提示可以用Text提示</a:t>
            </a:r>
            <a:endParaRPr sz="1300">
              <a:solidFill>
                <a:schemeClr val="lt1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pic>
        <p:nvPicPr>
          <p:cNvPr id="153" name="Google Shape;15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5500" y="1460250"/>
            <a:ext cx="2924974" cy="241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71863" y="1104850"/>
            <a:ext cx="2648225" cy="285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補充內容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1017250" y="1270800"/>
            <a:ext cx="6669000" cy="3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1. Text 節點定位與旋轉</a:t>
            </a:r>
            <a:endParaRPr sz="1300" b="1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setX(double) / setY(double)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設定文字在自身座標系中的繪製起點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setRotate(double)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調整文字的傾斜角度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 b="1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2. WritableImage 快照機制</a:t>
            </a:r>
            <a:endParaRPr sz="1300" b="1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可寫入像素的影像容器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new WritableImage(width, height)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node.snapshot(params, image)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將任意 Node（及子節點）渲染成影像，存入 WritableImage，並可透過 ImageView 顯示。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pic>
        <p:nvPicPr>
          <p:cNvPr id="161" name="Google Shape;16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46450" y="2351913"/>
            <a:ext cx="4138500" cy="83147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6"/>
          <p:cNvSpPr/>
          <p:nvPr/>
        </p:nvSpPr>
        <p:spPr>
          <a:xfrm>
            <a:off x="5098200" y="909450"/>
            <a:ext cx="2961900" cy="796800"/>
          </a:xfrm>
          <a:prstGeom prst="rect">
            <a:avLst/>
          </a:prstGeom>
          <a:solidFill>
            <a:schemeClr val="lt1"/>
          </a:solidFill>
          <a:ln w="7620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163" name="Google Shape;163;p16"/>
          <p:cNvSpPr txBox="1"/>
          <p:nvPr/>
        </p:nvSpPr>
        <p:spPr>
          <a:xfrm rot="-730708">
            <a:off x="5966149" y="1115400"/>
            <a:ext cx="1176067" cy="38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lt1"/>
                </a:solidFill>
                <a:latin typeface="Fira Mono"/>
                <a:ea typeface="Fira Mono"/>
                <a:cs typeface="Fira Mono"/>
                <a:sym typeface="Fira Mono"/>
              </a:rPr>
              <a:t>ㄑ</a:t>
            </a:r>
            <a:r>
              <a:rPr lang="zh-TW" sz="1300">
                <a:solidFill>
                  <a:schemeClr val="dk1"/>
                </a:solidFill>
                <a:latin typeface="Fira Mono"/>
                <a:ea typeface="Fira Mono"/>
                <a:cs typeface="Fira Mono"/>
                <a:sym typeface="Fira Mono"/>
              </a:rPr>
              <a:t>測試文字</a:t>
            </a:r>
            <a:endParaRPr sz="1300">
              <a:solidFill>
                <a:schemeClr val="dk1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補充內容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934825" y="1166400"/>
            <a:ext cx="6669000" cy="3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動態Group操作函式</a:t>
            </a:r>
            <a:endParaRPr sz="1300" b="1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// 加一個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g.getChildren().add(node);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// 加多個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g.getChildren().addAll(node1, node2, node3);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// 在指定位置插入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g.getChildren().add(0, nodeA);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// 移除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g.getChildren().remove(node);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// 全部移除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g.getChildren().clear();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pic>
        <p:nvPicPr>
          <p:cNvPr id="170" name="Google Shape;170;p17"/>
          <p:cNvPicPr preferRelativeResize="0"/>
          <p:nvPr/>
        </p:nvPicPr>
        <p:blipFill rotWithShape="1">
          <a:blip r:embed="rId3">
            <a:alphaModFix/>
          </a:blip>
          <a:srcRect t="10217"/>
          <a:stretch/>
        </p:blipFill>
        <p:spPr>
          <a:xfrm>
            <a:off x="4794425" y="1251350"/>
            <a:ext cx="2382825" cy="35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補充內容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34825" y="1166400"/>
            <a:ext cx="6669000" cy="33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 b="1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*亂數宣告</a:t>
            </a:r>
            <a:endParaRPr sz="1300" b="1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Random rnd = new Random();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	</a:t>
            </a:r>
            <a:r>
              <a:rPr lang="zh-TW" sz="1300" b="1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*文字輸入框宣告範例</a:t>
            </a:r>
            <a:endParaRPr sz="1300" b="1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		TextField textField = new TextField();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可以透過以下方法操作 TextField：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setText(String text)：設定初始值。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getText()：取得目前輸入的內容。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setPromptText(String text)：設定提示文字。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rgbClr val="FFFFFF"/>
                </a:solidFill>
                <a:latin typeface="Fira Mono"/>
                <a:ea typeface="Fira Mono"/>
                <a:cs typeface="Fira Mono"/>
                <a:sym typeface="Fira Mono"/>
              </a:rPr>
              <a:t>setOnAction(...)：處理使用者按下 Enter 的事件。</a:t>
            </a: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300">
              <a:solidFill>
                <a:srgbClr val="FFFFFF"/>
              </a:solidFill>
              <a:latin typeface="Fira Mono"/>
              <a:ea typeface="Fira Mono"/>
              <a:cs typeface="Fira Mono"/>
              <a:sym typeface="Fira Mono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5857875" y="345647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BCBEC4"/>
              </a:solidFill>
              <a:highlight>
                <a:srgbClr val="1E1F22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301</Words>
  <Application>Microsoft Office PowerPoint</Application>
  <PresentationFormat>如螢幕大小 (16:9)</PresentationFormat>
  <Paragraphs>41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Fira Mono</vt:lpstr>
      <vt:lpstr>Arial</vt:lpstr>
      <vt:lpstr>Lato</vt:lpstr>
      <vt:lpstr>Montserrat</vt:lpstr>
      <vt:lpstr>Courier New</vt:lpstr>
      <vt:lpstr>Focus</vt:lpstr>
      <vt:lpstr>Login_page </vt:lpstr>
      <vt:lpstr>PowerPoint 簡報</vt:lpstr>
      <vt:lpstr>PowerPoint 簡報</vt:lpstr>
      <vt:lpstr>補充內容</vt:lpstr>
      <vt:lpstr>補充內容</vt:lpstr>
      <vt:lpstr>補充內容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Login_page </dc:title>
  <cp:lastModifiedBy>立筠 鄭</cp:lastModifiedBy>
  <cp:revision>1</cp:revision>
  <dcterms:modified xsi:type="dcterms:W3CDTF">2026-04-24T02:17:18Z</dcterms:modified>
</cp:coreProperties>
</file>